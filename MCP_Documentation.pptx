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Model Context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DCDCDC"/>
                </a:solidFill>
              </a:defRPr>
            </a:pPr>
            <a:r>
              <a:t>MCP: Bridging AI and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What is MCP?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🔹 Model Context Protocol (MCP) is a standardized protocol for connecting AI models to external data sources and tools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🔹 Enables AI models to access, interact with, and execute functions from various servers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🔹 Acts as a bridge between Language Models (LLMs) and external services/tools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🔹 Developed by Anthropic to standardize AI tool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🔹 Built on open standards for seamless integration across platforms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Why is MCP Necessary?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Solves Fragmentation: Different platforms use different tool integration methods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Standardization: Provides a unified protocol for tool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Scalability: Easily add/remove tools without code changes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Isolation: Separates AI logic from tool execution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Reusability: Tools can be shared across multiple AI agents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✓ Security: Better control over what tools AI can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Advantages of MCP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Modularity: Add tools independently without affecting core AI logic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Flexibility: Support multiple transport protocols (stdio, HTTP, WebSocket)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Easy Integration: Simple Python decorators for creating tools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Multi-Server Support: Run multiple tool servers simultaneously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Real-time Updates: Tools can be updated without restarting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Better Debugging: Isolated servers make troubleshooting easier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Disadvantages of MCP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Operational Complexity: Requires managing multiple server processes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Network Overhead: Communication between servers adds latency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Setup Complexity: Initial configuration can be involved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Debugging Difficulty: Issues span multiple processes and protocols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Resource Consumption: Multiple servers consume more memory/CPU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Learning Curve: Developers need to understand the protocol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How to Create MCP - Step 1: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1️⃣ Install FastMCP library: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pip install mcp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pip install fastmcp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2️⃣ Install dependencies for specific tasks: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pip install aiohttp  (for async HTTP)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pip install langchain-mcp-adapters  (for LLM integration)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How to Create MCP - Step 2: Create Server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3️⃣ Create a Python server file (e.g., mathserver.py):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from mcp.server.fastmcp import FastMCP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mcp = FastMCP('Math')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@mcp.tool()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def add(a: int, b: int) -&gt; int: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return a + 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How to Create MCP - Step 3: Define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4️⃣ Create multiple tools by adding decorators: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@mcp.tool()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def multiply(a: int, b: int) -&gt; int: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'''Multiply two numbers'''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return a * 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@mcp.tool()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def divide(a: int, b: int) -&gt; float: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'''Divide two numbers'''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return a / b if b != 0 else float('inf')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How to Create MCP - Step 4: Connect to 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5️⃣ Create a client to connect MCP servers to an LLM: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from langchain_mcp_adapters.client import MultiServerMCPClient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from langchain_google_genai import ChatGoogleGenerativeAI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client = MultiServerMCPClient({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'math': {'command': 'python3', 'args': ['mathserver.py']}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})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How to Destroy/Stop MCP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🛑 Stop Individual Server: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Press Ctrl+C in the terminal running the server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🛑 Stop All MCP Infrastructure: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Kill all server processes: pkill -f mathserver.py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Disconnect client: Close the client connection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Clean up resources: Remove temporary files and logs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🛑 Proper Shutdown Sequence: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1. Stop the client first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2. Stop each server (Ctrl+C)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3. Verify no processes remain: ps aux | grep python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Practical Example: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Real-world example from the MCP project: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│  Google Gemini AI Agent (client.py) 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└──────┬──────────────────────┬───────────┘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    │                  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┌──────▼──────────┐    ┌──────▼────────────┐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│ Math Server     │    │ Weather Server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│ Tools: +, -, ×, │    │ Tools: get_weather│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│ ÷, power (Stdio)│    │ (HTTP/REST)   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└─────────────────┘    └───────────────────┘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Practical Example: Query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Complete Query Execution Flow: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1️⃣ User Input: 'What is (3 + 5) × 12 and the weather in NYC?'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2️⃣ Gemini AI analyzes and identifies needed tools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3️⃣ Math Server: add(3, 5) → 8, then multiply(8, 12) → 96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4️⃣ Weather Server: Fetches real-time data for NYC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5️⃣ Gemini AI: Formats results and creates response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6️⃣ Result: 'The answer is 96. NYC weather is...'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WITH MCP - 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✨ Modular Architecture: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Math and Weather are separate, independent servers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✨ Scalability: Add Calendar, Email, Database servers anytime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✨ Maintainability: Update one tool without affecting others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✨ Reusability: Same tools work with different AI models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✨ Flexibility: Swap transport protocols easily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✨ Resilience: Issues in one server don't crash others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WITHOUT MCP -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Monolithic Codebase: All tools in single large application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Tightly Coupled: Changes to one tool affect entire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Difficult to Scale: Adding tools requires full redeployment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Hard to Debug: Complex interactions between components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Limited Reusability: Tools hardcoded for one specific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Fragile System: One tool failure crashes entire application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WITH MCP vs WITHOUT MCP -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ASPECT          │ WITH MCP        │ WITHOUT MCP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─────────────────┼─────────────────┼──────────────────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Architecture    │ Modular         │ Monolithic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Scalability     │ Easy to scale   │ Difficult to scale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Maintenance     │ Independent     │ Interdependent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Reusability     │ High            │ Low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Deployment      │ Independent     │ Full redeploy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Debugging       │ Easier          │ Complex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Resilience      │ High            │ Low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Resource Usage  │ Higher          │ Lower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Real-World Use Cases &amp;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📌 E-Commerce: AI with product DB, inventory, and payment tools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📌 Healthcare: AI with patient records, lab results, appointments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📌 Finance: AI with market data, trading tools, risk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📌 Customer Support: AI with tickets, KB, CRM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📌 Analytics: AI with data tools, visualization, reports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📌 Automation: AI with scheduling, notifications, workflows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Best Practices for MCP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Keep servers focused (single-responsibility principle)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Use clear tool names and descriptions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Implement comprehensive error handling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Log all tool calls for debugging and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Secure API keys using environment variables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Implement timeouts for long-running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🎯 Document all tool parameters and return types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Common Mistakes to Avoid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⚠️ Over-complicated Tools: Keep them simple and focused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⚠️ Poor Error Handling: Always handle edge cases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⚠️ Missing Documentation: Document every parameter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⚠️ Hard-coded Credentials: Use environment variables (.env)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⚠️ Ignoring Security: Validate all inputs and outputs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⚠️ No Timeout Handling: Prevent hanging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⚠️ Lack of Testing: Test locally before deployment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Summary &amp;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🎓 MCP is the standard for AI-tool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🎓 Provides standardization and architectural flexibility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🎓 Enables building scalable, maintainable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🎓 Reduces complexity through separation of concerns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🎓 Facilitates tool reusability across projects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🎓 Transform AI from isolated systems to integrated platforms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Technical Stack &amp;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🔧 Core Technologies: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Python 3.13+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FastMCP Framework (MCP protocol implementation)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Google Gemini AI API (LLM)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LangChain &amp; LangGraph (Orchestration)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Open-Meteo API (Weather data)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📡 Transport Protocols Used: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Stdio (Math Server - direct process communication)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• HTTP/StreamableHTTP (Weather Server - REST API)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Getting Started - Quick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1️⃣ Install Dependencies: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pip install mcp fastmcp langchain aiohttp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2️⃣ Create Server (mathserver.py):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 from mcp.server.fastmcp import FastMCP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3️⃣ Define Tools: Use @mcp.tool() decorators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4️⃣ Run Server: mcp.run(transport='stdio')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5️⃣ Connect Client: MultiServerMCPClient in your app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6️⃣ Execute: Tools execute through AI agent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Conclusion &amp; Future Outlook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🚀 MCP represents the future of AI system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🚀 Standardizes how AI models interact with external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🚀 Enables enterprise-grade AI applications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🚀 Supports microservices architecture for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🚀 Open standard means vendor independence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🚀 Growing ecosystem of MCP servers and clients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🚀 Adoption will accelerate across industries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